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F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Hotel Bookings —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B4D2F0"/>
                </a:solidFill>
              </a:rPr>
              <a:t>Booking Trends  •  Cancellation Patterns  •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B4D2F0"/>
                </a:solidFill>
              </a:rPr>
              <a:t>30,000 bookings   |   $550.8M revenue   |   20.2% cancellation rate   |   4.0 days avg stay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D4F8C"/>
                </a:solidFill>
              </a:rPr>
              <a:t>Key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1. Web bookings generated the highest revenue and had the lowest cancellation rate (17.6%).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45336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2. Travel Agent bookings had the highest cancellation rate (27.9%), showing customers may change plans more often through this channel.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21991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3. Standard rooms had more cancellations (23.3%) compared to Deluxe rooms (16%).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9864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4. Booking volume was highest in April, which may indicate seasonal demand or holiday travel.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75304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5. Higher star hotels had slightly higher booking values, but cancellation rates remained similar across ratings.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6. Coupon usage did not make a major difference in cancellation behavior.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F8C"/>
                </a:solidFill>
              </a:rPr>
              <a:t>Booking Status, Channel &amp; Room Type</a:t>
            </a:r>
          </a:p>
        </p:txBody>
      </p:sp>
      <p:pic>
        <p:nvPicPr>
          <p:cNvPr id="3" name="Picture 2" descr="chart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8778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F8C"/>
                </a:solidFill>
              </a:rPr>
              <a:t>Seasonal &amp; Monthly Trends</a:t>
            </a:r>
          </a:p>
        </p:txBody>
      </p:sp>
      <p:pic>
        <p:nvPicPr>
          <p:cNvPr id="3" name="Picture 2" descr="chart2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8778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4F8C"/>
                </a:solidFill>
              </a:rPr>
              <a:t>Revenue &amp; Profitability</a:t>
            </a:r>
          </a:p>
        </p:txBody>
      </p:sp>
      <p:pic>
        <p:nvPicPr>
          <p:cNvPr id="3" name="Picture 2" descr="chart3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0080"/>
            <a:ext cx="8778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D4F8C"/>
                </a:solidFill>
              </a:rPr>
              <a:t>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1. Travel Agent bookings may have higher cancellations because customers often compare multiple hotel options before finalizing.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2. Standard rooms may cancel more often because they are budget-friendly and customers may switch plans easily.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3. Web bookings performed better because customers can directly compare prices, reviews, and availability.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19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4. Higher booking volume in April may be influenced by holidays, vacations, or seasonal travel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5. Stay length and booking value may vary depending on travel season and customer preferences.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D4F8C"/>
                </a:solidFill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1. Send booking reminders before check-in to help reduce cancellations.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2. Offer small discounts or loyalty rewards for repeat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3. Focus more on Web and Mobile App bookings since they generate strong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19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4. Provide seasonal offers during high-demand months to improve profitability.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7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3C3C3C"/>
                </a:solidFill>
              </a:rPr>
              <a:t>5. Improve Standard room packages with better deals to reduce cancellations.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D4F8C"/>
                </a:solidFill>
              </a:rPr>
              <a:t>Final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C3C3C"/>
                </a:solidFill>
              </a:rPr>
              <a:t>
• Web channel performed best in terms of revenue and lower cancellations.
• Travel Agent bookings showed the highest cancellation rate.
• Booking activity was highest in April, showing seasonal demand.
• Standard rooms had higher cancellations compared to Deluxe rooms.
• Businesses can reduce cancellations through reminders, offers, and better customer engagement.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